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542" autoAdjust="0"/>
  </p:normalViewPr>
  <p:slideViewPr>
    <p:cSldViewPr snapToGrid="0" snapToObjects="1">
      <p:cViewPr varScale="1">
        <p:scale>
          <a:sx n="76" d="100"/>
          <a:sy n="76" d="100"/>
        </p:scale>
        <p:origin x="1642" y="48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871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1371600" cy="3200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762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1762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1762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A9CCE3">
              <a:alpha val="60000"/>
            </a:srgbClr>
          </a:solidFill>
          <a:ln w="12700">
            <a:solidFill>
              <a:srgbClr val="A9CCE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8229600" cy="36576"/>
          </a:xfrm>
          <a:prstGeom prst="rect">
            <a:avLst/>
          </a:prstGeom>
          <a:solidFill>
            <a:srgbClr val="A9CCE3">
              <a:alpha val="60000"/>
            </a:srgbClr>
          </a:solidFill>
          <a:ln w="12700">
            <a:solidFill>
              <a:srgbClr val="A9CCE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2011680" cy="292608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0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WEB DEVELOPMENT PROJECT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CCE3"/>
                </a:solidFill>
              </a:rPr>
              <a:t>Atharva Agrawal  |  24BAI0164  |  Web Programming and BCSE203E  |  Vellore Institute of Technology, Vellore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109728" cy="1097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A9CCE3">
              <a:alpha val="60000"/>
            </a:srgbClr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4480560"/>
            <a:ext cx="109728" cy="109728"/>
          </a:xfrm>
          <a:prstGeom prst="ellipse">
            <a:avLst/>
          </a:prstGeom>
          <a:solidFill>
            <a:srgbClr val="A9CCE3">
              <a:alpha val="60000"/>
            </a:srgbClr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4480560"/>
            <a:ext cx="109728" cy="109728"/>
          </a:xfrm>
          <a:prstGeom prst="ellipse">
            <a:avLst/>
          </a:prstGeom>
          <a:solidFill>
            <a:srgbClr val="A9CCE3">
              <a:alpha val="60000"/>
            </a:srgbClr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57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200400" y="1024128"/>
            <a:ext cx="54864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801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80160"/>
            <a:ext cx="91440" cy="8686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3533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</a:rPr>
              <a:t>What it does: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1568" y="15727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 fully functional inventory website enabling users to search product, view prices, and check availability.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37744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377440"/>
            <a:ext cx="91440" cy="8686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450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</a:rPr>
              <a:t>Technologies: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6700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Built with HTML5, CSS3, and JavaScript — a pure frontend application requiring no backend infrastructure.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4747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474720"/>
            <a:ext cx="91440" cy="8686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</a:rPr>
              <a:t>Purpose: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3767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Demonstrates core web development skills through a real-world, practical use case.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630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06040" cy="33832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26060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2523744"/>
            <a:ext cx="96012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CE3"/>
                </a:solidFill>
              </a:rPr>
              <a:t>Warehouse managers lack a centralized, intuitive digital platform to check products, item availability, and cost information in real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234440"/>
            <a:ext cx="2606040" cy="33832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234440"/>
            <a:ext cx="26060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47288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Web Apps?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33088" y="2523744"/>
            <a:ext cx="96012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26517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CE3"/>
                </a:solidFill>
              </a:rPr>
              <a:t>Web applications are accessible from any device, require no installation, and allow instant updates  making them ideal for stock management services.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1234440"/>
            <a:ext cx="2606040" cy="33832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234440"/>
            <a:ext cx="26060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0216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86016" y="2523744"/>
            <a:ext cx="96012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6517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CE3"/>
                </a:solidFill>
              </a:rPr>
              <a:t>A clean, responsive Inventory Website that presents all essential product info in one place, with smooth navigation and interactive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08760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3716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Learn Web Development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FA5"/>
                </a:solidFill>
              </a:rPr>
              <a:t>Gain hands-on experience with HTML, CSS, and JavaScript to build real-world applications.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1887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56632" y="1508760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88152" y="13716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Build Responsive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88152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FA5"/>
                </a:solidFill>
              </a:rPr>
              <a:t>Design a layout that works flawlessly across desktops, tablets, and mobile devices.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291840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53312" y="3154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Implement Interactivity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520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FA5"/>
                </a:solidFill>
              </a:rPr>
              <a:t>Use JavaScript to create dynamic behavior: form validation, navigation, and live feedback.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56632" y="3291840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88152" y="3154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Simulate Real Use Case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88152" y="3520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FA5"/>
                </a:solidFill>
              </a:rPr>
              <a:t>Model a functioning warehouse portal to understand how digital services are structured.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22232"/>
          </a:solidFill>
          <a:ln w="12700">
            <a:solidFill>
              <a:srgbClr val="122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BC9C"/>
                </a:solidFill>
              </a:rPr>
              <a:t>05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1463040" cy="29260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1463040" cy="6400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640080" cy="640080"/>
          </a:xfrm>
          <a:prstGeom prst="ellipse">
            <a:avLst/>
          </a:prstGeom>
          <a:solidFill>
            <a:srgbClr val="E44D26">
              <a:alpha val="80000"/>
            </a:srgbClr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Structure &amp; Markup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3063240"/>
            <a:ext cx="91440" cy="9144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Semantic tags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" y="3337560"/>
            <a:ext cx="91440" cy="9144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Hyperlinks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3611880"/>
            <a:ext cx="91440" cy="9144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Forms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1051560"/>
            <a:ext cx="1463040" cy="29260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48840" y="1051560"/>
            <a:ext cx="1463040" cy="6400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1325880"/>
            <a:ext cx="640080" cy="640080"/>
          </a:xfrm>
          <a:prstGeom prst="ellipse">
            <a:avLst/>
          </a:prstGeom>
          <a:solidFill>
            <a:srgbClr val="264DE4">
              <a:alpha val="80000"/>
            </a:srgbClr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CSS3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CSS3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488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Styling &amp; Layout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13432" y="3063240"/>
            <a:ext cx="91440" cy="91440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Flexbox/Grid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13432" y="3337560"/>
            <a:ext cx="91440" cy="91440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Animations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13432" y="3611880"/>
            <a:ext cx="91440" cy="91440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Media Query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1051560"/>
            <a:ext cx="1463040" cy="29260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0" y="1051560"/>
            <a:ext cx="146304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rgbClr val="F7DF1E">
              <a:alpha val="80000"/>
            </a:srgbClr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Interactivity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05072" y="3063240"/>
            <a:ext cx="91440" cy="9144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DOM Events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005072" y="3337560"/>
            <a:ext cx="91440" cy="9144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Validation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05072" y="3611880"/>
            <a:ext cx="91440" cy="9144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Functions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32120" y="1051560"/>
            <a:ext cx="1463040" cy="29260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32120" y="1051560"/>
            <a:ext cx="1463040" cy="6400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325880"/>
            <a:ext cx="640080" cy="640080"/>
          </a:xfrm>
          <a:prstGeom prst="ellipse">
            <a:avLst/>
          </a:prstGeom>
          <a:solidFill>
            <a:srgbClr val="007ACC">
              <a:alpha val="80000"/>
            </a:srgbClr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3212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 Code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VS Code Editor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96712" y="3063240"/>
            <a:ext cx="91440" cy="914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Extensions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96712" y="3337560"/>
            <a:ext cx="91440" cy="914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IntelliSense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96712" y="3611880"/>
            <a:ext cx="91440" cy="914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Debugging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23760" y="1051560"/>
            <a:ext cx="1463040" cy="292608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23760" y="1051560"/>
            <a:ext cx="14630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1325880"/>
            <a:ext cx="640080" cy="64008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352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22376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2237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Web Browser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88352" y="3063240"/>
            <a:ext cx="91440" cy="914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Dev Tools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88352" y="3337560"/>
            <a:ext cx="91440" cy="914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Console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88352" y="3611880"/>
            <a:ext cx="91440" cy="914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43800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Testing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CCE3"/>
                </a:solidFill>
              </a:rPr>
              <a:t>All tools are free and open-source - perfect for student projects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Technology Deep Dive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560320" cy="68580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HTML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The Skeleton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965960"/>
            <a:ext cx="91440" cy="20116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Defines page structure with semantic tags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487168"/>
            <a:ext cx="91440" cy="20116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Creates forms for user input and search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008376"/>
            <a:ext cx="91440" cy="20116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083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Uses &lt;nav&gt;, &lt;header&gt;, &lt;section&gt; elements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529584"/>
            <a:ext cx="91440" cy="20116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Hyperlinks connect pages together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4050792"/>
            <a:ext cx="91440" cy="20116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507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Tables display train schedule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1430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43000"/>
            <a:ext cx="2560320" cy="68580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CSS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0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The Skin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64992" y="1965960"/>
            <a:ext cx="9144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Flexbox and Grid for responsive layout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64992" y="2487168"/>
            <a:ext cx="9144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Custom color palette for brand identity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64992" y="3008376"/>
            <a:ext cx="9144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0083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Hover effects and smooth transitions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64992" y="3529584"/>
            <a:ext cx="9144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Media queries for mobile-friendliness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4992" y="4050792"/>
            <a:ext cx="9144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40507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Consistent typography and spacing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11430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1143000"/>
            <a:ext cx="2560320" cy="6858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JS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035040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The Brain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99632" y="1965960"/>
            <a:ext cx="91440" cy="2011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Validates form inputs in real time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2487168"/>
            <a:ext cx="91440" cy="2011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Handles menu toggle on mobile screens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9632" y="3008376"/>
            <a:ext cx="91440" cy="2011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30083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Filters and searches train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99632" y="3529584"/>
            <a:ext cx="91440" cy="2011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Provides instant user feedback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99632" y="4050792"/>
            <a:ext cx="91440" cy="2011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40507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Manages page state and interactions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</a:rPr>
              <a:t>07  /  Frontend Architecture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011680" cy="1463040"/>
          </a:xfrm>
          <a:prstGeom prst="rect">
            <a:avLst/>
          </a:prstGeom>
          <a:solidFill>
            <a:srgbClr val="12223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01168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</a:rPr>
              <a:t>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Visitor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554480"/>
            <a:ext cx="2011680" cy="1463040"/>
          </a:xfrm>
          <a:prstGeom prst="rect">
            <a:avLst/>
          </a:prstGeom>
          <a:solidFill>
            <a:srgbClr val="122232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554480"/>
            <a:ext cx="201168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BC9C"/>
                </a:solidFill>
              </a:rPr>
              <a:t>BROWSER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Chrome / Firefox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2011680" cy="1463040"/>
          </a:xfrm>
          <a:prstGeom prst="rect">
            <a:avLst/>
          </a:prstGeom>
          <a:solidFill>
            <a:srgbClr val="122232"/>
          </a:solidFill>
          <a:ln w="12700">
            <a:solidFill>
              <a:srgbClr val="264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554480"/>
            <a:ext cx="2011680" cy="73152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DE4"/>
                </a:solidFill>
              </a:rPr>
              <a:t>WEBSITE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HTML · CSS · JS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2212848"/>
            <a:ext cx="4572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103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BC9C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212848"/>
            <a:ext cx="4572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103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BC9C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2331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9CCE3"/>
                </a:solidFill>
              </a:rPr>
              <a:t>HTTP Request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83480" y="2331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9CCE3"/>
                </a:solidFill>
              </a:rPr>
              <a:t>Renders Page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Website Pages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2514600" cy="3657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27" name="Shape 25"/>
          <p:cNvSpPr/>
          <p:nvPr/>
        </p:nvSpPr>
        <p:spPr>
          <a:xfrm>
            <a:off x="3291840" y="3749040"/>
            <a:ext cx="2514600" cy="3657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 Inventory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749040"/>
            <a:ext cx="2514600" cy="3657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  Categories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Features of the Website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25880"/>
            <a:ext cx="594360" cy="594360"/>
          </a:xfrm>
          <a:prstGeom prst="ellipse">
            <a:avLst/>
          </a:prstGeom>
          <a:solidFill>
            <a:srgbClr val="1ABC9C">
              <a:alpha val="8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344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Navigation Menu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0391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Responsive top navigation with links to all key sections. 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325880"/>
            <a:ext cx="594360" cy="594360"/>
          </a:xfrm>
          <a:prstGeom prst="ellipse">
            <a:avLst/>
          </a:prstGeom>
          <a:solidFill>
            <a:srgbClr val="264DE4">
              <a:alpha val="85000"/>
            </a:srgbClr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69080" y="1344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Forms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0391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Booking and search forms with clear labels, proper input types, and placeholder text.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325880"/>
            <a:ext cx="594360" cy="594360"/>
          </a:xfrm>
          <a:prstGeom prst="ellipse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344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20391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JavaScript validates fields in real time catches empty inputs, invalid formats, and alerts users instantly.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3154680"/>
            <a:ext cx="594360" cy="594360"/>
          </a:xfrm>
          <a:prstGeom prst="ellipse">
            <a:avLst/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Interactive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8679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Tabbed sections, hover effects, dropdowns, and smooth scroll for a modern feel.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6908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8679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9632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9632" y="38679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</a:rPr>
              <a:t>09  /  Step-by-step user journey through the website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417320"/>
            <a:ext cx="36576" cy="3383280"/>
          </a:xfrm>
          <a:prstGeom prst="rect">
            <a:avLst/>
          </a:prstGeom>
          <a:solidFill>
            <a:srgbClr val="1ABC9C">
              <a:alpha val="5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89888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1371600"/>
            <a:ext cx="7132320" cy="54864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426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BC9C"/>
                </a:solidFill>
              </a:rPr>
              <a:t>User Opens Site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03320" y="142646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Visits the URL in a browser. The HTML file loads along with linked CSS and JS files.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093976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2075688"/>
            <a:ext cx="7132320" cy="54864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130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BC9C"/>
                </a:solidFill>
              </a:rPr>
              <a:t>Navigates Pages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03320" y="213055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Clicks on links in the navigation bar to visit Dashboard, Products, or Category.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798064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2779776"/>
            <a:ext cx="7132320" cy="54864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BC9C"/>
                </a:solidFill>
              </a:rPr>
              <a:t>Enters 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03320" y="28346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Fills either to add or remove product or to restock.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502152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17320" y="3483864"/>
            <a:ext cx="7132320" cy="54864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BC9C"/>
                </a:solidFill>
              </a:rPr>
              <a:t>JS Validates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703320" y="353872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JavaScript checks input in real time and shows error messages for invalid fields.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17320" y="4187952"/>
            <a:ext cx="7132320" cy="54864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BC9C"/>
                </a:solidFill>
              </a:rPr>
              <a:t>Gets Output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703320" y="424281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Results are shown with updated stock.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Sample Code Snippets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347472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2606040" cy="32918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&lt;footer style="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text-align: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center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padding: 16px;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margin-top: 32px;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font-size: 13px;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color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#6b7a99;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border-top: 1px solid #1e2740;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"&gt;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Designed by Atharva Agrawal (24BAI0164)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&lt;/footer&gt;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347472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43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90472"/>
            <a:ext cx="2606040" cy="32918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0020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body {</a:t>
            </a:r>
          </a:p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font-family: 'Segoe UI', sans-serif;</a:t>
            </a:r>
          </a:p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background: var(--</a:t>
            </a:r>
            <a:r>
              <a:rPr lang="en-IN" sz="1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bg</a:t>
            </a: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);</a:t>
            </a:r>
          </a:p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</a:t>
            </a:r>
            <a:r>
              <a:rPr lang="en-IN" sz="1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color</a:t>
            </a: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var(--text);</a:t>
            </a:r>
          </a:p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display: flex;</a:t>
            </a:r>
          </a:p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min-height: 100%;</a:t>
            </a:r>
          </a:p>
          <a:p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43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90472"/>
            <a:ext cx="2606040" cy="32918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0020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toggleLowStock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 {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lowStockOnly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!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lowStockOnly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document.getElementById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('low-stock-toggle').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classList.toggle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('on',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lowStockOnly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);</a:t>
            </a:r>
          </a:p>
          <a:p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</a:t>
            </a:r>
            <a:r>
              <a:rPr lang="en-IN" sz="105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renderProducts</a:t>
            </a:r>
            <a:r>
              <a:rPr lang="en-IN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</a:rPr>
              <a:t>11  /  What works well and what can be improved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ADVANTAGES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Easy to use and navigate for all users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694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420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Beginner-friendly codebase with clear 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3697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095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Fast loading no server roundtrips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0448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770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Zero cost  only free and open source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LIMITATIONS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90195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No backend data is static, not live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25694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5420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No database for storing owner or users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323697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2095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Static content only cannot process payments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39044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8770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No authentication or login system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645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07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Add Backend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Integrate Node.js or Python Flask to serve live data and process requests server side.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73152" cy="1645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07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69080" y="1307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Login System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64992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User authentication with registration, login, and session management..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73152" cy="1645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307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307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Payment Integration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9632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Connect a payment gateway (Razorpay / Stripe) to enable actual stock purchasing.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73152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82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Database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MySQL or MongoDB to persist user data, train schedules, and transaction history.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73152" cy="164592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182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69080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Mobile App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64992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Convert to a React Native / Flutter app for a native mobile experience on Android and iOS.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017520"/>
            <a:ext cx="73152" cy="1645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182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31821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Admin Dashboard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99632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Dedicated panel for railway staff to manage schedules, seats, and view analytics.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6400800" cy="5943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188720"/>
            <a:ext cx="73152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1887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118872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Gained practical experience with HTML, CSS, and JavaScript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938528"/>
            <a:ext cx="6400800" cy="5943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1938528"/>
            <a:ext cx="73152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93852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2.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1938528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Built a complete, functional Inventory website from scratch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688336"/>
            <a:ext cx="6400800" cy="5943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2688336"/>
            <a:ext cx="73152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68833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3.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2688336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Learned to design responsive layouts for all screen sizes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438144"/>
            <a:ext cx="6400800" cy="594360"/>
          </a:xfrm>
          <a:prstGeom prst="rect">
            <a:avLst/>
          </a:prstGeom>
          <a:solidFill>
            <a:srgbClr val="12223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438144"/>
            <a:ext cx="73152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43814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4.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65960" y="343814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Implemented form validation and interactive UI behaviors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343400"/>
            <a:ext cx="5486400" cy="502920"/>
          </a:xfrm>
          <a:prstGeom prst="rect">
            <a:avLst/>
          </a:prstGeom>
          <a:solidFill>
            <a:srgbClr val="1ABC9C">
              <a:alpha val="8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for your attention!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2893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W3Schools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BC9C"/>
                </a:solidFill>
              </a:rPr>
              <a:t>www.w3schools.com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325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Comprehensive HTML, CSS, and JavaScript tutorials for beginners and professionals.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267712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67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231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Claude (by Anthropic)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BC9C"/>
                </a:solidFill>
              </a:rPr>
              <a:t>www.claude.ai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2677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Used Ai for error correction and code modification and code enhancement.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18104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209544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095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▶️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172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YouTube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BC9C"/>
                </a:solidFill>
              </a:rPr>
              <a:t>www.youtube.com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32095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Video tutorials on web development channels like Traversy Media and Web Dev Simplified.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59936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151376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513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VS Code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BC9C"/>
                </a:solidFill>
              </a:rPr>
              <a:t>code.visualstudio.com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9040" y="41513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Official documentation and extensions marketplace for Visual Studio Code editor.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0D2A3-00A1-131B-30CA-3978DC87B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6449" y="0"/>
            <a:ext cx="113168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54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8CD967-B822-06A8-5AF3-467401C3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885" y="0"/>
            <a:ext cx="1085977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08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A30846-0333-03F7-93AF-0D8361C9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4522" y="-13218"/>
            <a:ext cx="10905092" cy="515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1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1062</Words>
  <Application>Microsoft Office PowerPoint</Application>
  <PresentationFormat>On-screen Show (16:9)</PresentationFormat>
  <Paragraphs>238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Website Project</dc:title>
  <dc:subject>PptxGenJS Presentation</dc:subject>
  <dc:creator>PptxGenJS</dc:creator>
  <cp:lastModifiedBy>atharva agrawal</cp:lastModifiedBy>
  <cp:revision>3</cp:revision>
  <dcterms:created xsi:type="dcterms:W3CDTF">2026-04-06T19:11:29Z</dcterms:created>
  <dcterms:modified xsi:type="dcterms:W3CDTF">2026-04-07T11:49:43Z</dcterms:modified>
</cp:coreProperties>
</file>